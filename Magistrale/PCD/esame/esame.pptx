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howSpecialPlsOnTitleSld="0">
  <p:sldMasterIdLst>
    <p:sldMasterId id="2147483648" r:id="rId4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25" d="100"/>
          <a:sy n="125" d="100"/>
        </p:scale>
        <p:origin x="3680" y="168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637999" name="Segnaposto intestazion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irce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77793933" name="Segnaposto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irce"/>
              </a:defRPr>
            </a:lvl1pPr>
          </a:lstStyle>
          <a:p>
            <a:pPr>
              <a:defRPr/>
            </a:pPr>
            <a:fld id="{0CB47BFB-69F5-4E79-99AD-82B75EF675AA}" type="datetimeFigureOut">
              <a:rPr lang="it-IT"/>
              <a:t>07/07/23</a:t>
            </a:fld>
            <a:endParaRPr lang="it-IT"/>
          </a:p>
        </p:txBody>
      </p:sp>
      <p:sp>
        <p:nvSpPr>
          <p:cNvPr id="934457252" name="Segnaposto immagin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it-IT"/>
          </a:p>
        </p:txBody>
      </p:sp>
      <p:sp>
        <p:nvSpPr>
          <p:cNvPr id="343932413" name="Segnaposto note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355704000" name="Segnaposto piè di pa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irce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86342107" name="Segnaposto numero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irce"/>
              </a:defRPr>
            </a:lvl1pPr>
          </a:lstStyle>
          <a:p>
            <a:pPr>
              <a:defRPr/>
            </a:pPr>
            <a:fld id="{8E985342-32E4-4B60-965B-BC36838A0356}" type="slidenum">
              <a:rPr lang="it-IT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Circe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Circe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Circe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Circe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Circe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189350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048141" name="Segnaposto no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59386116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E985342-32E4-4B60-965B-BC36838A0356}" type="slidenum">
              <a:rPr lang="it-IT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7B10B0-0D1C-9948-5A4C-7B0DB4C51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5B9DD-CAA7-E2B6-AB07-C8080F02EB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4FBC-49F8-2601-0A85-E70E3D8B03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5659D4-A5F5-B120-1CD3-EAE1C5898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E037A-CDC6-61B3-45B6-AC51090525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F194C8-F3A5-DF43-65AA-CB0765A74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AF355-C1F8-0D02-96CE-5D46524AC1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3F7960-1A0F-7455-8675-8146D9F3A2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pertina princip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511992" name="Rettangolo 8"/>
          <p:cNvSpPr/>
          <p:nvPr userDrawn="1"/>
        </p:nvSpPr>
        <p:spPr bwMode="auto">
          <a:xfrm>
            <a:off x="0" y="3316941"/>
            <a:ext cx="12192000" cy="3537284"/>
          </a:xfrm>
          <a:prstGeom prst="rect">
            <a:avLst/>
          </a:prstGeom>
          <a:solidFill>
            <a:srgbClr val="007D34"/>
          </a:solidFill>
          <a:ln>
            <a:solidFill>
              <a:srgbClr val="007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/>
            </a:pPr>
            <a:endParaRPr lang="it-IT"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45208601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142875" y="3392626"/>
            <a:ext cx="11210697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5400">
                <a:solidFill>
                  <a:schemeClr val="bg1"/>
                </a:solidFill>
                <a:latin typeface="Arial"/>
                <a:ea typeface="Tahoma"/>
                <a:cs typeface="Arial"/>
              </a:defRPr>
            </a:lvl1pPr>
          </a:lstStyle>
          <a:p>
            <a:pPr>
              <a:defRPr/>
            </a:pPr>
            <a:r>
              <a:rPr lang="it-IT"/>
              <a:t>Titolo copertina principale, </a:t>
            </a:r>
            <a:br>
              <a:rPr lang="it-IT"/>
            </a:br>
            <a:r>
              <a:rPr lang="it-IT"/>
              <a:t>iniziale maiuscola</a:t>
            </a:r>
            <a:endParaRPr/>
          </a:p>
        </p:txBody>
      </p:sp>
      <p:sp>
        <p:nvSpPr>
          <p:cNvPr id="91962079" name="Segnaposto testo 1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15613" y="5815389"/>
            <a:ext cx="11237960" cy="598658"/>
          </a:xfrm>
        </p:spPr>
        <p:txBody>
          <a:bodyPr/>
          <a:lstStyle>
            <a:lvl1pPr marL="0" indent="0" algn="r">
              <a:spcBef>
                <a:spcPts val="0"/>
              </a:spcBef>
              <a:buFontTx/>
              <a:buNone/>
              <a:defRPr sz="1800" i="0">
                <a:solidFill>
                  <a:schemeClr val="bg1"/>
                </a:solidFill>
                <a:latin typeface="Arial"/>
                <a:ea typeface="Tahoma"/>
                <a:cs typeface="Arial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it-IT"/>
              <a:t>Sommario copertina principale, </a:t>
            </a:r>
            <a:br>
              <a:rPr lang="it-IT"/>
            </a:br>
            <a:r>
              <a:rPr lang="it-IT"/>
              <a:t>iniziale maiuscola</a:t>
            </a:r>
            <a:endParaRPr/>
          </a:p>
        </p:txBody>
      </p:sp>
      <p:sp>
        <p:nvSpPr>
          <p:cNvPr id="1354382082" name="Rectangle 33"/>
          <p:cNvSpPr/>
          <p:nvPr userDrawn="1"/>
        </p:nvSpPr>
        <p:spPr bwMode="auto">
          <a:xfrm>
            <a:off x="6871309" y="5010270"/>
            <a:ext cx="4455000" cy="595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2" rIns="38405" bIns="19202" anchor="ctr"/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>
              <a:defRPr/>
            </a:pPr>
            <a:endParaRPr lang="it-IT">
              <a:solidFill>
                <a:srgbClr val="494949"/>
              </a:solidFill>
              <a:latin typeface="Circe"/>
            </a:endParaRPr>
          </a:p>
        </p:txBody>
      </p:sp>
      <p:sp>
        <p:nvSpPr>
          <p:cNvPr id="230211514" name="Segnaposto testo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15612" y="5192570"/>
            <a:ext cx="11210697" cy="500533"/>
          </a:xfrm>
        </p:spPr>
        <p:txBody>
          <a:bodyPr/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>
              <a:defRPr/>
            </a:pPr>
            <a:r>
              <a:rPr lang="it-IT"/>
              <a:t>Sottotitolo su una sola riga, iniziale maiuscola</a:t>
            </a:r>
            <a:endParaRPr/>
          </a:p>
        </p:txBody>
      </p:sp>
      <p:pic>
        <p:nvPicPr>
          <p:cNvPr id="1539754145" name="Immagine 5" descr="Immagine che contiene testo&#10;&#10;Descrizione generata automaticamente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533515" y="292697"/>
            <a:ext cx="4474983" cy="10658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pertina alternativ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38206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81000" y="2006714"/>
            <a:ext cx="10972571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defRPr sz="5400">
                <a:solidFill>
                  <a:srgbClr val="008236"/>
                </a:solidFill>
                <a:latin typeface="Arial"/>
                <a:ea typeface="Tahoma"/>
                <a:cs typeface="Arial"/>
              </a:defRPr>
            </a:lvl1pPr>
          </a:lstStyle>
          <a:p>
            <a:pPr>
              <a:defRPr/>
            </a:pPr>
            <a:r>
              <a:rPr lang="it-IT"/>
              <a:t>Titolo copertina alternativa,</a:t>
            </a:r>
            <a:br>
              <a:rPr lang="it-IT"/>
            </a:br>
            <a:r>
              <a:rPr lang="it-IT"/>
              <a:t> iniziale maiuscola</a:t>
            </a:r>
            <a:endParaRPr/>
          </a:p>
        </p:txBody>
      </p:sp>
      <p:sp>
        <p:nvSpPr>
          <p:cNvPr id="2066880162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0" y="3653013"/>
            <a:ext cx="10972571" cy="1096899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Tahoma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it-IT"/>
              <a:t>Sottotitolo copertina alternativa, </a:t>
            </a:r>
            <a:br>
              <a:rPr lang="it-IT"/>
            </a:br>
            <a:r>
              <a:rPr lang="it-IT"/>
              <a:t>iniziale maiuscola, anche su due righe</a:t>
            </a:r>
            <a:endParaRPr/>
          </a:p>
        </p:txBody>
      </p:sp>
      <p:sp>
        <p:nvSpPr>
          <p:cNvPr id="797378561" name="Segnaposto testo 1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042357" y="5208584"/>
            <a:ext cx="10327542" cy="598658"/>
          </a:xfrm>
        </p:spPr>
        <p:txBody>
          <a:bodyPr/>
          <a:lstStyle>
            <a:lvl1pPr marL="0" indent="0" algn="r">
              <a:spcBef>
                <a:spcPts val="0"/>
              </a:spcBef>
              <a:buFontTx/>
              <a:buNone/>
              <a:defRPr sz="1800" i="0">
                <a:solidFill>
                  <a:srgbClr val="7F7F7F"/>
                </a:solidFill>
                <a:latin typeface="Arial"/>
                <a:ea typeface="Tahoma"/>
                <a:cs typeface="Arial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it-IT"/>
              <a:t>Sommario copertina alternativa, iniziale maiuscola</a:t>
            </a:r>
            <a:endParaRPr/>
          </a:p>
        </p:txBody>
      </p:sp>
      <p:sp>
        <p:nvSpPr>
          <p:cNvPr id="1033724043" name="Rettangolo 8"/>
          <p:cNvSpPr/>
          <p:nvPr userDrawn="1"/>
        </p:nvSpPr>
        <p:spPr bwMode="auto">
          <a:xfrm>
            <a:off x="0" y="5988042"/>
            <a:ext cx="12192000" cy="902042"/>
          </a:xfrm>
          <a:prstGeom prst="rect">
            <a:avLst/>
          </a:prstGeom>
          <a:solidFill>
            <a:srgbClr val="007D34"/>
          </a:solidFill>
          <a:ln>
            <a:solidFill>
              <a:srgbClr val="007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841504992" name="Segnaposto data 4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71145954" name="Segnaposto piè di pagina 5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3504222" name="Segnaposto numero diapositiva 6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pPr>
              <a:defRPr/>
            </a:pPr>
            <a:fld id="{2E85A994-D622-47C4-BBB7-EA543E9BA793}" type="slidenum">
              <a:rPr lang="en-GB"/>
              <a:t>‹N›</a:t>
            </a:fld>
            <a:endParaRPr lang="en-GB"/>
          </a:p>
        </p:txBody>
      </p:sp>
      <p:pic>
        <p:nvPicPr>
          <p:cNvPr id="1722902502" name="Immagine 9" descr="Immagine che contiene testo&#10;&#10;Descrizione generata automaticamente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90501" y="321756"/>
            <a:ext cx="4474983" cy="10658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eparatore di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86621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14321" y="2749672"/>
            <a:ext cx="10972571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>
                <a:solidFill>
                  <a:srgbClr val="008236"/>
                </a:solidFill>
                <a:latin typeface="Arial"/>
                <a:ea typeface="Tahoma"/>
                <a:cs typeface="Arial"/>
              </a:defRPr>
            </a:lvl1pPr>
          </a:lstStyle>
          <a:p>
            <a:pPr>
              <a:defRPr/>
            </a:pPr>
            <a:r>
              <a:rPr lang="it-IT"/>
              <a:t>Titolo sezione, iniziale maiuscola</a:t>
            </a:r>
            <a:endParaRPr/>
          </a:p>
        </p:txBody>
      </p:sp>
      <p:sp>
        <p:nvSpPr>
          <p:cNvPr id="357758959" name="Rettangolo 8"/>
          <p:cNvSpPr/>
          <p:nvPr userDrawn="1"/>
        </p:nvSpPr>
        <p:spPr bwMode="auto">
          <a:xfrm>
            <a:off x="0" y="5988042"/>
            <a:ext cx="12192000" cy="902042"/>
          </a:xfrm>
          <a:prstGeom prst="rect">
            <a:avLst/>
          </a:prstGeom>
          <a:solidFill>
            <a:srgbClr val="007C34"/>
          </a:solidFill>
          <a:ln>
            <a:solidFill>
              <a:srgbClr val="007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221007130" name="Segnaposto data 3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4703316" name="Rectangle 33"/>
          <p:cNvSpPr/>
          <p:nvPr userDrawn="1"/>
        </p:nvSpPr>
        <p:spPr bwMode="auto">
          <a:xfrm>
            <a:off x="413351" y="4357806"/>
            <a:ext cx="4455000" cy="59531"/>
          </a:xfrm>
          <a:prstGeom prst="rect">
            <a:avLst/>
          </a:prstGeom>
          <a:solidFill>
            <a:srgbClr val="007D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2" rIns="38405" bIns="19202" anchor="ctr"/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>
              <a:defRPr/>
            </a:pPr>
            <a:endParaRPr lang="it-IT">
              <a:solidFill>
                <a:srgbClr val="494949"/>
              </a:solidFill>
              <a:latin typeface="Circe"/>
            </a:endParaRPr>
          </a:p>
        </p:txBody>
      </p:sp>
      <p:sp>
        <p:nvSpPr>
          <p:cNvPr id="56899699" name="Segnaposto testo 1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23216" y="4446578"/>
            <a:ext cx="10327542" cy="598658"/>
          </a:xfr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1800" i="0">
                <a:solidFill>
                  <a:srgbClr val="7F7F7F"/>
                </a:solidFill>
                <a:latin typeface="Arial"/>
                <a:ea typeface="Tahoma"/>
                <a:cs typeface="Arial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it-IT"/>
              <a:t>Sottotitolo sezione, iniziale maiuscola</a:t>
            </a:r>
            <a:endParaRPr/>
          </a:p>
        </p:txBody>
      </p:sp>
      <p:sp>
        <p:nvSpPr>
          <p:cNvPr id="1154406523" name="Segnaposto piè di pagina 4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04957219" name="Segnaposto numero diapositiva 5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2E85A994-D622-47C4-BBB7-EA543E9BA793}" type="slidenum">
              <a:rPr lang="en-GB"/>
              <a:t>‹N›</a:t>
            </a:fld>
            <a:endParaRPr lang="en-GB"/>
          </a:p>
        </p:txBody>
      </p:sp>
      <p:pic>
        <p:nvPicPr>
          <p:cNvPr id="1486213662" name="Immagine 2" descr="Immagine che contiene testo&#10;&#10;Descrizione generata automaticamente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90501" y="321756"/>
            <a:ext cx="4474983" cy="10658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78281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22857" y="313151"/>
            <a:ext cx="11750381" cy="92660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rgbClr val="008236"/>
                </a:solidFill>
              </a:defRPr>
            </a:lvl1pPr>
          </a:lstStyle>
          <a:p>
            <a:pPr>
              <a:defRPr/>
            </a:pPr>
            <a:r>
              <a:rPr lang="it-IT"/>
              <a:t>Titolo slide, iniziale maiuscola</a:t>
            </a:r>
            <a:endParaRPr/>
          </a:p>
        </p:txBody>
      </p:sp>
      <p:sp>
        <p:nvSpPr>
          <p:cNvPr id="971791612" name="Content Placehold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Usare questo segnaposto per inserire il testo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078873284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31987667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19755150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E85A994-D622-47C4-BBB7-EA543E9BA793}" type="slidenum">
              <a:rPr lang="en-GB"/>
              <a:t>‹N›</a:t>
            </a:fld>
            <a:endParaRPr lang="en-GB"/>
          </a:p>
        </p:txBody>
      </p:sp>
      <p:sp>
        <p:nvSpPr>
          <p:cNvPr id="35614351" name="Rectangle 33"/>
          <p:cNvSpPr/>
          <p:nvPr userDrawn="1"/>
        </p:nvSpPr>
        <p:spPr bwMode="auto">
          <a:xfrm>
            <a:off x="413351" y="1190733"/>
            <a:ext cx="4455000" cy="59531"/>
          </a:xfrm>
          <a:prstGeom prst="rect">
            <a:avLst/>
          </a:prstGeom>
          <a:solidFill>
            <a:srgbClr val="007D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2" rIns="38405" bIns="19202" anchor="ctr"/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>
              <a:defRPr/>
            </a:pPr>
            <a:endParaRPr lang="it-IT">
              <a:solidFill>
                <a:srgbClr val="494949"/>
              </a:solidFill>
              <a:latin typeface="Circe"/>
            </a:endParaRPr>
          </a:p>
        </p:txBody>
      </p:sp>
      <p:pic>
        <p:nvPicPr>
          <p:cNvPr id="1469584256" name="Immagine 7" descr="Immagine che contiene testo&#10;&#10;Descrizione generata automaticamente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0041716" y="169031"/>
            <a:ext cx="2031523" cy="483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Finale con 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400829" name="Rettangolo 6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7D34"/>
          </a:solidFill>
          <a:ln>
            <a:solidFill>
              <a:srgbClr val="007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94236193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pic>
        <p:nvPicPr>
          <p:cNvPr id="1630140511" name="Immagine 4" descr="Immagine che contiene testo, logo&#10;&#10;Descrizione generata automaticamente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32653" y="2532611"/>
            <a:ext cx="7526694" cy="179277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26762" name="Text Placeholder 2"/>
          <p:cNvSpPr>
            <a:spLocks noGrp="1"/>
          </p:cNvSpPr>
          <p:nvPr userDrawn="1">
            <p:ph type="body" idx="1"/>
          </p:nvPr>
        </p:nvSpPr>
        <p:spPr bwMode="auto">
          <a:xfrm>
            <a:off x="651642" y="1487415"/>
            <a:ext cx="11421597" cy="4992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defRPr/>
            </a:pPr>
            <a:r>
              <a:rPr lang="it-IT"/>
              <a:t>Usare questo segnaposto per inserire il testo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226408532" name="Rectangle 104"/>
          <p:cNvSpPr>
            <a:spLocks noChangeArrowheads="1"/>
          </p:cNvSpPr>
          <p:nvPr userDrawn="1"/>
        </p:nvSpPr>
        <p:spPr bwMode="auto">
          <a:xfrm>
            <a:off x="-2524715" y="-11113"/>
            <a:ext cx="2424702" cy="6869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180000" tIns="180000" rIns="180000" bIns="180000" anchor="ctr"/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>
              <a:defRPr/>
            </a:pPr>
            <a:endParaRPr lang="it-IT" sz="1800">
              <a:latin typeface="Circe"/>
            </a:endParaRPr>
          </a:p>
        </p:txBody>
      </p:sp>
      <p:sp>
        <p:nvSpPr>
          <p:cNvPr id="656360465" name="Rectangle 106"/>
          <p:cNvSpPr>
            <a:spLocks noChangeArrowheads="1"/>
          </p:cNvSpPr>
          <p:nvPr userDrawn="1"/>
        </p:nvSpPr>
        <p:spPr bwMode="auto">
          <a:xfrm>
            <a:off x="-2199907" y="1086131"/>
            <a:ext cx="2143125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ea typeface="MS PGothic"/>
                <a:cs typeface="Arial"/>
              </a:rPr>
              <a:t>VERDE TOR VERGATA</a:t>
            </a:r>
            <a:endParaRPr/>
          </a:p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ea typeface="MS PGothic"/>
                <a:cs typeface="Arial"/>
              </a:rPr>
              <a:t>RGB 000,125,052 (#007D34)</a:t>
            </a:r>
            <a:endParaRPr/>
          </a:p>
        </p:txBody>
      </p:sp>
      <p:sp>
        <p:nvSpPr>
          <p:cNvPr id="1417281064" name="Rectangle 113"/>
          <p:cNvSpPr>
            <a:spLocks noChangeArrowheads="1"/>
          </p:cNvSpPr>
          <p:nvPr userDrawn="1"/>
        </p:nvSpPr>
        <p:spPr bwMode="auto">
          <a:xfrm>
            <a:off x="-2454354" y="819708"/>
            <a:ext cx="2179716" cy="128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 b="1">
                <a:latin typeface="Arial"/>
                <a:cs typeface="Arial"/>
              </a:rPr>
              <a:t>FORMAT D'ATENEO 2023 (v.1)</a:t>
            </a:r>
            <a:endParaRPr/>
          </a:p>
        </p:txBody>
      </p:sp>
      <p:sp>
        <p:nvSpPr>
          <p:cNvPr id="275021621" name="Rettangolo 9"/>
          <p:cNvSpPr/>
          <p:nvPr userDrawn="1"/>
        </p:nvSpPr>
        <p:spPr bwMode="auto">
          <a:xfrm flipV="1">
            <a:off x="-2454354" y="1084711"/>
            <a:ext cx="185737" cy="199058"/>
          </a:xfrm>
          <a:prstGeom prst="rect">
            <a:avLst/>
          </a:prstGeom>
          <a:solidFill>
            <a:srgbClr val="007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it-IT">
              <a:latin typeface="Circe"/>
            </a:endParaRPr>
          </a:p>
        </p:txBody>
      </p:sp>
      <p:sp>
        <p:nvSpPr>
          <p:cNvPr id="1549156425" name="Rectangle 113"/>
          <p:cNvSpPr>
            <a:spLocks noChangeArrowheads="1"/>
          </p:cNvSpPr>
          <p:nvPr userDrawn="1"/>
        </p:nvSpPr>
        <p:spPr bwMode="auto">
          <a:xfrm>
            <a:off x="-2453055" y="3213300"/>
            <a:ext cx="2143125" cy="36182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marL="0" marR="0" lvl="0" indent="0" algn="l" defTabSz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900" b="1">
                <a:latin typeface="Arial"/>
                <a:cs typeface="Arial"/>
              </a:rPr>
              <a:t>FONT TESTO: CIRCE REGULAR </a:t>
            </a:r>
            <a:br>
              <a:rPr lang="it-IT" sz="900" b="1">
                <a:latin typeface="Arial"/>
                <a:cs typeface="Arial"/>
              </a:rPr>
            </a:br>
            <a:br>
              <a:rPr lang="it-IT" sz="900" b="1">
                <a:latin typeface="Arial"/>
                <a:cs typeface="Arial"/>
              </a:rPr>
            </a:br>
            <a:r>
              <a:rPr lang="it-IT" sz="900" b="1">
                <a:latin typeface="Arial"/>
                <a:cs typeface="Arial"/>
              </a:rPr>
              <a:t>Copertina principale o alternativa</a:t>
            </a:r>
            <a:endParaRPr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Titolo, </a:t>
            </a:r>
            <a:r>
              <a:rPr lang="it-IT" sz="900" b="1">
                <a:solidFill>
                  <a:srgbClr val="007D34"/>
                </a:solidFill>
                <a:latin typeface="Arial"/>
                <a:cs typeface="Arial"/>
              </a:rPr>
              <a:t>VERDE TOR VERGATA</a:t>
            </a:r>
            <a:r>
              <a:rPr lang="it-IT" sz="900">
                <a:latin typeface="Arial"/>
                <a:cs typeface="Arial"/>
              </a:rPr>
              <a:t>: corpo 54</a:t>
            </a:r>
            <a:br>
              <a:rPr lang="it-IT" sz="900">
                <a:latin typeface="Arial"/>
                <a:cs typeface="Arial"/>
              </a:rPr>
            </a:br>
            <a:r>
              <a:rPr lang="it-IT" sz="900">
                <a:latin typeface="Arial"/>
                <a:cs typeface="Arial"/>
              </a:rPr>
              <a:t>Iniziale maiuscola</a:t>
            </a:r>
            <a:endParaRPr lang="it-IT" sz="900" b="0">
              <a:latin typeface="Arial"/>
              <a:cs typeface="Arial"/>
            </a:endParaRPr>
          </a:p>
          <a:p>
            <a:pPr marL="0" marR="0" lvl="0" indent="0" algn="l" defTabSz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900">
                <a:latin typeface="Arial"/>
                <a:cs typeface="Arial"/>
              </a:rPr>
              <a:t>Sottotitolo, </a:t>
            </a:r>
            <a:r>
              <a:rPr lang="it-IT" sz="900" b="1">
                <a:solidFill>
                  <a:srgbClr val="7F7F7F"/>
                </a:solidFill>
                <a:latin typeface="Arial"/>
                <a:cs typeface="Arial"/>
              </a:rPr>
              <a:t>GRIGIO o BIANCO</a:t>
            </a:r>
            <a:r>
              <a:rPr lang="it-IT" sz="900" b="1">
                <a:latin typeface="Arial"/>
                <a:cs typeface="Arial"/>
              </a:rPr>
              <a:t>:</a:t>
            </a:r>
            <a:r>
              <a:rPr lang="it-IT" sz="900">
                <a:latin typeface="Arial"/>
                <a:cs typeface="Arial"/>
              </a:rPr>
              <a:t> corpo 28 </a:t>
            </a:r>
            <a:br>
              <a:rPr lang="it-IT" sz="900">
                <a:latin typeface="Arial"/>
                <a:cs typeface="Arial"/>
              </a:rPr>
            </a:br>
            <a:r>
              <a:rPr lang="it-IT" sz="900">
                <a:latin typeface="Arial"/>
                <a:cs typeface="Arial"/>
              </a:rPr>
              <a:t>Iniziale maiuscola </a:t>
            </a:r>
            <a:endParaRPr/>
          </a:p>
          <a:p>
            <a:pPr marL="0" marR="0" lvl="0" indent="0" algn="l" defTabSz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900">
                <a:latin typeface="Arial"/>
                <a:cs typeface="Arial"/>
              </a:rPr>
              <a:t>Sommario, </a:t>
            </a:r>
            <a:r>
              <a:rPr lang="it-IT" sz="900" b="1">
                <a:solidFill>
                  <a:srgbClr val="7F7F7F"/>
                </a:solidFill>
                <a:latin typeface="Arial"/>
                <a:cs typeface="Arial"/>
              </a:rPr>
              <a:t>GRIGIO o BIANCO</a:t>
            </a:r>
            <a:r>
              <a:rPr lang="it-IT" sz="900" b="1">
                <a:latin typeface="Arial"/>
                <a:cs typeface="Arial"/>
              </a:rPr>
              <a:t>:</a:t>
            </a:r>
            <a:r>
              <a:rPr lang="it-IT" sz="900">
                <a:latin typeface="Arial"/>
                <a:cs typeface="Arial"/>
              </a:rPr>
              <a:t> corpo 18 </a:t>
            </a:r>
            <a:br>
              <a:rPr lang="it-IT" sz="900">
                <a:latin typeface="Arial"/>
                <a:cs typeface="Arial"/>
              </a:rPr>
            </a:br>
            <a:r>
              <a:rPr lang="it-IT" sz="900">
                <a:latin typeface="Arial"/>
                <a:cs typeface="Arial"/>
              </a:rPr>
              <a:t>Iniziale maiuscola</a:t>
            </a:r>
            <a:br>
              <a:rPr lang="it-IT" sz="900">
                <a:latin typeface="Arial"/>
                <a:cs typeface="Arial"/>
              </a:rPr>
            </a:br>
            <a:br>
              <a:rPr lang="it-IT" sz="900">
                <a:latin typeface="Arial"/>
                <a:cs typeface="Arial"/>
              </a:rPr>
            </a:br>
            <a:r>
              <a:rPr lang="it-IT" sz="900" b="1">
                <a:latin typeface="Arial"/>
                <a:cs typeface="Arial"/>
              </a:rPr>
              <a:t>Slide di contenuto</a:t>
            </a:r>
            <a:endParaRPr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Titolo, </a:t>
            </a:r>
            <a:r>
              <a:rPr lang="it-IT" sz="900" b="1">
                <a:solidFill>
                  <a:srgbClr val="007D34"/>
                </a:solidFill>
                <a:latin typeface="Arial"/>
                <a:cs typeface="Arial"/>
              </a:rPr>
              <a:t>VERDE TOR VERGATA </a:t>
            </a:r>
            <a:r>
              <a:rPr lang="it-IT" sz="900">
                <a:latin typeface="Arial"/>
                <a:cs typeface="Arial"/>
              </a:rPr>
              <a:t>: corpo 36</a:t>
            </a:r>
            <a:br>
              <a:rPr lang="it-IT" sz="900">
                <a:latin typeface="Arial"/>
                <a:cs typeface="Arial"/>
              </a:rPr>
            </a:br>
            <a:r>
              <a:rPr lang="it-IT" sz="900">
                <a:latin typeface="Arial"/>
                <a:cs typeface="Arial"/>
              </a:rPr>
              <a:t>Iniziale maiuscola, allineato a sinistra</a:t>
            </a:r>
            <a:endParaRPr lang="it-IT" sz="900" b="0">
              <a:latin typeface="Arial"/>
              <a:cs typeface="Arial"/>
            </a:endParaRPr>
          </a:p>
          <a:p>
            <a:pPr marL="0" marR="0" lvl="0" indent="0" algn="l" defTabSz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900">
                <a:latin typeface="Arial"/>
                <a:cs typeface="Arial"/>
              </a:rPr>
              <a:t>Testo, </a:t>
            </a:r>
            <a:r>
              <a:rPr lang="it-IT" sz="900" b="1">
                <a:solidFill>
                  <a:schemeClr val="tx1"/>
                </a:solidFill>
                <a:latin typeface="Arial"/>
                <a:cs typeface="Arial"/>
              </a:rPr>
              <a:t>NERO</a:t>
            </a:r>
            <a:r>
              <a:rPr lang="it-IT" sz="900" b="1">
                <a:latin typeface="Arial"/>
                <a:cs typeface="Arial"/>
              </a:rPr>
              <a:t>:</a:t>
            </a:r>
            <a:r>
              <a:rPr lang="it-IT" sz="900">
                <a:latin typeface="Arial"/>
                <a:cs typeface="Arial"/>
              </a:rPr>
              <a:t> corpo 20 </a:t>
            </a:r>
            <a:br>
              <a:rPr lang="it-IT" sz="900">
                <a:latin typeface="Arial"/>
                <a:cs typeface="Arial"/>
              </a:rPr>
            </a:br>
            <a:r>
              <a:rPr lang="it-IT" sz="900">
                <a:latin typeface="Arial"/>
                <a:cs typeface="Arial"/>
              </a:rPr>
              <a:t>Iniziale maiuscola, allineato a sinistra</a:t>
            </a:r>
            <a:endParaRPr lang="it-IT" sz="900" b="1">
              <a:latin typeface="Arial"/>
              <a:cs typeface="Arial"/>
            </a:endParaRPr>
          </a:p>
          <a:p>
            <a:pPr marL="0" marR="0" lvl="0" indent="0" algn="l" defTabSz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900">
                <a:latin typeface="Arial"/>
                <a:cs typeface="Arial"/>
              </a:rPr>
              <a:t>Piè pagina </a:t>
            </a:r>
            <a:r>
              <a:rPr lang="it-IT" sz="900" b="1">
                <a:solidFill>
                  <a:srgbClr val="898989"/>
                </a:solidFill>
                <a:latin typeface="Arial"/>
                <a:cs typeface="Arial"/>
              </a:rPr>
              <a:t>GRIGIO</a:t>
            </a:r>
            <a:r>
              <a:rPr lang="it-IT" sz="900" b="1">
                <a:latin typeface="Arial"/>
                <a:cs typeface="Arial"/>
              </a:rPr>
              <a:t>:</a:t>
            </a:r>
            <a:r>
              <a:rPr lang="it-IT" sz="900">
                <a:latin typeface="Arial"/>
                <a:cs typeface="Arial"/>
              </a:rPr>
              <a:t> corpo 9 </a:t>
            </a:r>
            <a:br>
              <a:rPr lang="it-IT" sz="900">
                <a:latin typeface="Arial"/>
                <a:cs typeface="Arial"/>
              </a:rPr>
            </a:br>
            <a:r>
              <a:rPr lang="it-IT" sz="900">
                <a:latin typeface="Arial"/>
                <a:cs typeface="Arial"/>
              </a:rPr>
              <a:t>Note allineate a destra</a:t>
            </a:r>
            <a:br>
              <a:rPr lang="it-IT" sz="900">
                <a:latin typeface="Arial"/>
                <a:cs typeface="Arial"/>
              </a:rPr>
            </a:br>
            <a:br>
              <a:rPr lang="it-IT" sz="900">
                <a:latin typeface="Arial"/>
                <a:cs typeface="Arial"/>
              </a:rPr>
            </a:br>
            <a:r>
              <a:rPr lang="it-IT" sz="900" b="1">
                <a:latin typeface="Arial"/>
                <a:cs typeface="Arial"/>
              </a:rPr>
              <a:t>Separatore di sezione</a:t>
            </a:r>
            <a:endParaRPr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Titolo, </a:t>
            </a:r>
            <a:r>
              <a:rPr lang="it-IT" sz="900" b="1">
                <a:solidFill>
                  <a:srgbClr val="007D34"/>
                </a:solidFill>
                <a:latin typeface="Arial"/>
                <a:cs typeface="Arial"/>
              </a:rPr>
              <a:t>VERDE TOR VERGATA </a:t>
            </a:r>
            <a:r>
              <a:rPr lang="it-IT" sz="900">
                <a:latin typeface="Arial"/>
                <a:cs typeface="Arial"/>
              </a:rPr>
              <a:t>: corpo 36</a:t>
            </a:r>
            <a:br>
              <a:rPr lang="it-IT" sz="900">
                <a:latin typeface="Arial"/>
                <a:cs typeface="Arial"/>
              </a:rPr>
            </a:br>
            <a:r>
              <a:rPr lang="it-IT" sz="900">
                <a:latin typeface="Arial"/>
                <a:cs typeface="Arial"/>
              </a:rPr>
              <a:t>Iniziale maiuscola, allineato a sinistra</a:t>
            </a:r>
            <a:endParaRPr lang="it-IT" sz="900" b="0">
              <a:latin typeface="Arial"/>
              <a:cs typeface="Arial"/>
            </a:endParaRPr>
          </a:p>
          <a:p>
            <a:pPr marL="0" marR="0" lvl="0" indent="0" algn="l" defTabSz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900">
                <a:latin typeface="Arial"/>
                <a:cs typeface="Arial"/>
              </a:rPr>
              <a:t>Sottotitolo, </a:t>
            </a:r>
            <a:r>
              <a:rPr lang="it-IT" sz="900" b="1">
                <a:solidFill>
                  <a:srgbClr val="7F7F7F"/>
                </a:solidFill>
                <a:latin typeface="Arial"/>
                <a:cs typeface="Arial"/>
              </a:rPr>
              <a:t>GRIGIO:</a:t>
            </a:r>
            <a:r>
              <a:rPr lang="it-IT" sz="900">
                <a:latin typeface="Arial"/>
                <a:cs typeface="Arial"/>
              </a:rPr>
              <a:t> corpo 18 </a:t>
            </a:r>
            <a:br>
              <a:rPr lang="it-IT" sz="900">
                <a:latin typeface="Arial"/>
                <a:cs typeface="Arial"/>
              </a:rPr>
            </a:br>
            <a:r>
              <a:rPr lang="it-IT" sz="900">
                <a:latin typeface="Arial"/>
                <a:cs typeface="Arial"/>
              </a:rPr>
              <a:t>Iniziale maiuscola</a:t>
            </a:r>
            <a:endParaRPr/>
          </a:p>
          <a:p>
            <a:pPr marL="0" marR="0" lvl="0" indent="0" algn="l" defTabSz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900">
                <a:latin typeface="Arial"/>
                <a:cs typeface="Arial"/>
              </a:rPr>
              <a:t>Piè pagina </a:t>
            </a:r>
            <a:r>
              <a:rPr lang="it-IT" sz="900" b="1">
                <a:solidFill>
                  <a:srgbClr val="898989"/>
                </a:solidFill>
                <a:latin typeface="Arial"/>
                <a:cs typeface="Arial"/>
              </a:rPr>
              <a:t>GRIGIO</a:t>
            </a:r>
            <a:r>
              <a:rPr lang="it-IT" sz="900" b="1">
                <a:latin typeface="Arial"/>
                <a:cs typeface="Arial"/>
              </a:rPr>
              <a:t>:</a:t>
            </a:r>
            <a:r>
              <a:rPr lang="it-IT" sz="900">
                <a:latin typeface="Arial"/>
                <a:cs typeface="Arial"/>
              </a:rPr>
              <a:t> corpo 9 </a:t>
            </a:r>
            <a:br>
              <a:rPr lang="it-IT" sz="900">
                <a:latin typeface="Arial"/>
                <a:cs typeface="Arial"/>
              </a:rPr>
            </a:br>
            <a:r>
              <a:rPr lang="it-IT" sz="900">
                <a:latin typeface="Arial"/>
                <a:cs typeface="Arial"/>
              </a:rPr>
              <a:t>Note allineate a destra</a:t>
            </a:r>
            <a:endParaRPr/>
          </a:p>
        </p:txBody>
      </p:sp>
      <p:sp>
        <p:nvSpPr>
          <p:cNvPr id="1283594432" name="Segnaposto titolo 1"/>
          <p:cNvSpPr>
            <a:spLocks noGrp="1"/>
          </p:cNvSpPr>
          <p:nvPr>
            <p:ph type="title"/>
          </p:nvPr>
        </p:nvSpPr>
        <p:spPr bwMode="auto">
          <a:xfrm>
            <a:off x="320312" y="314744"/>
            <a:ext cx="11752926" cy="9264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it-IT"/>
              <a:t>Titolo slide, iniziale maiuscola</a:t>
            </a:r>
            <a:endParaRPr/>
          </a:p>
        </p:txBody>
      </p:sp>
      <p:sp>
        <p:nvSpPr>
          <p:cNvPr id="1952508336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290501" y="64944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882959615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4944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54389439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9182108" y="64944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2E85A994-D622-47C4-BBB7-EA543E9BA793}" type="slidenum">
              <a:rPr lang="en-GB"/>
              <a:t>‹N›</a:t>
            </a:fld>
            <a:endParaRPr lang="en-GB"/>
          </a:p>
        </p:txBody>
      </p:sp>
      <p:sp>
        <p:nvSpPr>
          <p:cNvPr id="1669687404" name="Rettangolo 12"/>
          <p:cNvSpPr/>
          <p:nvPr userDrawn="1"/>
        </p:nvSpPr>
        <p:spPr bwMode="auto">
          <a:xfrm>
            <a:off x="-2454354" y="1437071"/>
            <a:ext cx="185737" cy="176213"/>
          </a:xfrm>
          <a:prstGeom prst="rect">
            <a:avLst/>
          </a:prstGeom>
          <a:solidFill>
            <a:srgbClr val="ED21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latin typeface="+mj-lt"/>
            </a:endParaRPr>
          </a:p>
        </p:txBody>
      </p:sp>
      <p:sp>
        <p:nvSpPr>
          <p:cNvPr id="389066229" name="Rettangolo 13"/>
          <p:cNvSpPr/>
          <p:nvPr userDrawn="1"/>
        </p:nvSpPr>
        <p:spPr bwMode="auto">
          <a:xfrm>
            <a:off x="-2454354" y="1766586"/>
            <a:ext cx="185737" cy="176213"/>
          </a:xfrm>
          <a:prstGeom prst="rect">
            <a:avLst/>
          </a:prstGeom>
          <a:solidFill>
            <a:srgbClr val="961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latin typeface="+mj-lt"/>
            </a:endParaRPr>
          </a:p>
        </p:txBody>
      </p:sp>
      <p:sp>
        <p:nvSpPr>
          <p:cNvPr id="923165042" name="Rettangolo 14"/>
          <p:cNvSpPr/>
          <p:nvPr userDrawn="1"/>
        </p:nvSpPr>
        <p:spPr bwMode="auto">
          <a:xfrm>
            <a:off x="-2454354" y="2096101"/>
            <a:ext cx="185737" cy="176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latin typeface="+mj-lt"/>
            </a:endParaRPr>
          </a:p>
        </p:txBody>
      </p:sp>
      <p:sp>
        <p:nvSpPr>
          <p:cNvPr id="1878001783" name="Rettangolo 20"/>
          <p:cNvSpPr/>
          <p:nvPr userDrawn="1"/>
        </p:nvSpPr>
        <p:spPr bwMode="auto">
          <a:xfrm>
            <a:off x="-1381492" y="1437071"/>
            <a:ext cx="185737" cy="176213"/>
          </a:xfrm>
          <a:prstGeom prst="rect">
            <a:avLst/>
          </a:prstGeom>
          <a:solidFill>
            <a:srgbClr val="2349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latin typeface="+mj-lt"/>
            </a:endParaRPr>
          </a:p>
        </p:txBody>
      </p:sp>
      <p:sp>
        <p:nvSpPr>
          <p:cNvPr id="75319789" name="Rettangolo 21"/>
          <p:cNvSpPr/>
          <p:nvPr userDrawn="1"/>
        </p:nvSpPr>
        <p:spPr bwMode="auto">
          <a:xfrm>
            <a:off x="-1381492" y="1766586"/>
            <a:ext cx="185737" cy="176213"/>
          </a:xfrm>
          <a:prstGeom prst="rect">
            <a:avLst/>
          </a:prstGeom>
          <a:solidFill>
            <a:srgbClr val="CB8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latin typeface="+mj-lt"/>
            </a:endParaRPr>
          </a:p>
        </p:txBody>
      </p:sp>
      <p:sp>
        <p:nvSpPr>
          <p:cNvPr id="971679662" name="Rettangolo 22"/>
          <p:cNvSpPr/>
          <p:nvPr userDrawn="1"/>
        </p:nvSpPr>
        <p:spPr bwMode="auto">
          <a:xfrm>
            <a:off x="-1381492" y="2096101"/>
            <a:ext cx="185737" cy="176213"/>
          </a:xfrm>
          <a:prstGeom prst="rect">
            <a:avLst/>
          </a:prstGeom>
          <a:solidFill>
            <a:srgbClr val="79C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latin typeface="+mj-lt"/>
            </a:endParaRPr>
          </a:p>
        </p:txBody>
      </p:sp>
      <p:sp>
        <p:nvSpPr>
          <p:cNvPr id="1780515901" name="Rectangle 112"/>
          <p:cNvSpPr>
            <a:spLocks noChangeArrowheads="1"/>
          </p:cNvSpPr>
          <p:nvPr userDrawn="1"/>
        </p:nvSpPr>
        <p:spPr bwMode="auto">
          <a:xfrm>
            <a:off x="-2218971" y="1420654"/>
            <a:ext cx="999831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MEDICINA</a:t>
            </a:r>
            <a:endParaRPr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RGB 237,33,39</a:t>
            </a:r>
            <a:endParaRPr/>
          </a:p>
        </p:txBody>
      </p:sp>
      <p:sp>
        <p:nvSpPr>
          <p:cNvPr id="369227941" name="Rectangle 112"/>
          <p:cNvSpPr>
            <a:spLocks noChangeArrowheads="1"/>
          </p:cNvSpPr>
          <p:nvPr userDrawn="1"/>
        </p:nvSpPr>
        <p:spPr bwMode="auto">
          <a:xfrm>
            <a:off x="-2218971" y="1755177"/>
            <a:ext cx="999831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ECONOMIA</a:t>
            </a:r>
            <a:endParaRPr lang="it-IT" sz="900">
              <a:latin typeface="Arial"/>
              <a:cs typeface="Arial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RGB 150,26,58</a:t>
            </a:r>
            <a:endParaRPr lang="it-IT" sz="900">
              <a:latin typeface="Arial"/>
              <a:cs typeface="Arial"/>
            </a:endParaRPr>
          </a:p>
        </p:txBody>
      </p:sp>
      <p:sp>
        <p:nvSpPr>
          <p:cNvPr id="59150121" name="Rectangle 112"/>
          <p:cNvSpPr>
            <a:spLocks noChangeArrowheads="1"/>
          </p:cNvSpPr>
          <p:nvPr userDrawn="1"/>
        </p:nvSpPr>
        <p:spPr bwMode="auto">
          <a:xfrm>
            <a:off x="-2218971" y="2089700"/>
            <a:ext cx="999831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INGEGNERIA</a:t>
            </a:r>
            <a:endParaRPr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RGB 0, 0, 0</a:t>
            </a:r>
            <a:endParaRPr lang="it-IT" sz="900">
              <a:latin typeface="Arial"/>
              <a:cs typeface="Arial"/>
            </a:endParaRPr>
          </a:p>
        </p:txBody>
      </p:sp>
      <p:sp>
        <p:nvSpPr>
          <p:cNvPr id="1698727837" name="Rectangle 112"/>
          <p:cNvSpPr>
            <a:spLocks noChangeArrowheads="1"/>
          </p:cNvSpPr>
          <p:nvPr userDrawn="1"/>
        </p:nvSpPr>
        <p:spPr bwMode="auto">
          <a:xfrm>
            <a:off x="-1151167" y="1420654"/>
            <a:ext cx="1063786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GIURISPRUDENZA</a:t>
            </a:r>
            <a:endParaRPr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RGB 35,73,139</a:t>
            </a:r>
            <a:endParaRPr lang="it-IT" sz="900">
              <a:latin typeface="Arial"/>
              <a:cs typeface="Arial"/>
            </a:endParaRPr>
          </a:p>
        </p:txBody>
      </p:sp>
      <p:sp>
        <p:nvSpPr>
          <p:cNvPr id="573394069" name="Rectangle 112"/>
          <p:cNvSpPr>
            <a:spLocks noChangeArrowheads="1"/>
          </p:cNvSpPr>
          <p:nvPr userDrawn="1"/>
        </p:nvSpPr>
        <p:spPr bwMode="auto">
          <a:xfrm>
            <a:off x="-1151167" y="1755177"/>
            <a:ext cx="1094385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LETTERE</a:t>
            </a:r>
            <a:endParaRPr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RGB 203,135,186</a:t>
            </a:r>
            <a:endParaRPr lang="it-IT" sz="900">
              <a:latin typeface="Arial"/>
              <a:cs typeface="Arial"/>
            </a:endParaRPr>
          </a:p>
        </p:txBody>
      </p:sp>
      <p:sp>
        <p:nvSpPr>
          <p:cNvPr id="1771162910" name="Rectangle 112"/>
          <p:cNvSpPr>
            <a:spLocks noChangeArrowheads="1"/>
          </p:cNvSpPr>
          <p:nvPr userDrawn="1"/>
        </p:nvSpPr>
        <p:spPr bwMode="auto">
          <a:xfrm>
            <a:off x="-1151167" y="2089700"/>
            <a:ext cx="999831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SCIENZE</a:t>
            </a:r>
            <a:endParaRPr lang="it-IT" sz="900">
              <a:latin typeface="Arial"/>
              <a:cs typeface="Arial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cs typeface="Arial"/>
              </a:rPr>
              <a:t>RGB 121,194,90</a:t>
            </a:r>
            <a:endParaRPr lang="it-IT" sz="900">
              <a:latin typeface="Arial"/>
              <a:cs typeface="Arial"/>
            </a:endParaRPr>
          </a:p>
        </p:txBody>
      </p:sp>
      <p:sp>
        <p:nvSpPr>
          <p:cNvPr id="296611198" name="Rectangle 111"/>
          <p:cNvSpPr>
            <a:spLocks noChangeArrowheads="1"/>
          </p:cNvSpPr>
          <p:nvPr userDrawn="1"/>
        </p:nvSpPr>
        <p:spPr bwMode="auto">
          <a:xfrm>
            <a:off x="-2453976" y="2425616"/>
            <a:ext cx="185359" cy="196510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>
              <a:defRPr/>
            </a:pPr>
            <a:endParaRPr lang="it-IT" sz="1800">
              <a:latin typeface="Circe"/>
            </a:endParaRPr>
          </a:p>
        </p:txBody>
      </p:sp>
      <p:sp>
        <p:nvSpPr>
          <p:cNvPr id="1071779569" name="Rectangle 106"/>
          <p:cNvSpPr>
            <a:spLocks noChangeArrowheads="1"/>
          </p:cNvSpPr>
          <p:nvPr userDrawn="1"/>
        </p:nvSpPr>
        <p:spPr bwMode="auto">
          <a:xfrm>
            <a:off x="-2199907" y="2424223"/>
            <a:ext cx="2143125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ea typeface="MS PGothic"/>
                <a:cs typeface="Arial"/>
              </a:rPr>
              <a:t>GRIGIO GRAFICA</a:t>
            </a:r>
            <a:br>
              <a:rPr lang="it-IT" sz="900">
                <a:latin typeface="Arial"/>
                <a:ea typeface="MS PGothic"/>
                <a:cs typeface="Arial"/>
              </a:rPr>
            </a:br>
            <a:r>
              <a:rPr lang="it-IT" sz="900">
                <a:latin typeface="Arial"/>
                <a:ea typeface="MS PGothic"/>
                <a:cs typeface="Arial"/>
              </a:rPr>
              <a:t>RGB 127,127,127</a:t>
            </a:r>
            <a:endParaRPr lang="it-IT" sz="900">
              <a:latin typeface="Arial"/>
              <a:ea typeface="MS PGothic"/>
              <a:cs typeface="Arial"/>
            </a:endParaRPr>
          </a:p>
        </p:txBody>
      </p:sp>
      <p:sp>
        <p:nvSpPr>
          <p:cNvPr id="956749168" name="Rectangle 111"/>
          <p:cNvSpPr>
            <a:spLocks noChangeArrowheads="1"/>
          </p:cNvSpPr>
          <p:nvPr userDrawn="1"/>
        </p:nvSpPr>
        <p:spPr bwMode="auto">
          <a:xfrm>
            <a:off x="-2454354" y="2775428"/>
            <a:ext cx="185359" cy="196510"/>
          </a:xfrm>
          <a:prstGeom prst="rect">
            <a:avLst/>
          </a:prstGeom>
          <a:solidFill>
            <a:srgbClr val="F0892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>
              <a:defRPr/>
            </a:pPr>
            <a:endParaRPr lang="it-IT" sz="1800">
              <a:latin typeface="Circe"/>
            </a:endParaRPr>
          </a:p>
        </p:txBody>
      </p:sp>
      <p:sp>
        <p:nvSpPr>
          <p:cNvPr id="1497007222" name="Rectangle 106"/>
          <p:cNvSpPr>
            <a:spLocks noChangeArrowheads="1"/>
          </p:cNvSpPr>
          <p:nvPr userDrawn="1"/>
        </p:nvSpPr>
        <p:spPr bwMode="auto">
          <a:xfrm>
            <a:off x="-2200285" y="2758746"/>
            <a:ext cx="2143125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Arial"/>
                <a:ea typeface="MS PGothic"/>
                <a:cs typeface="Arial"/>
              </a:rPr>
              <a:t>ARANCIONE</a:t>
            </a:r>
            <a:br>
              <a:rPr lang="it-IT" sz="900">
                <a:latin typeface="Arial"/>
                <a:ea typeface="MS PGothic"/>
                <a:cs typeface="Arial"/>
              </a:rPr>
            </a:br>
            <a:r>
              <a:rPr lang="it-IT" sz="900">
                <a:latin typeface="Arial"/>
                <a:ea typeface="MS PGothic"/>
                <a:cs typeface="Arial"/>
              </a:rPr>
              <a:t>RGB 240,137,34</a:t>
            </a:r>
            <a:endParaRPr lang="it-IT" sz="900">
              <a:latin typeface="Arial"/>
              <a:ea typeface="MS PGothic"/>
              <a:cs typeface="Arial"/>
            </a:endParaRPr>
          </a:p>
        </p:txBody>
      </p:sp>
      <p:sp>
        <p:nvSpPr>
          <p:cNvPr id="1006343751" name="Rectangle 111"/>
          <p:cNvSpPr>
            <a:spLocks noChangeArrowheads="1"/>
          </p:cNvSpPr>
          <p:nvPr userDrawn="1"/>
        </p:nvSpPr>
        <p:spPr bwMode="auto">
          <a:xfrm>
            <a:off x="-1357422" y="2778240"/>
            <a:ext cx="185359" cy="196510"/>
          </a:xfrm>
          <a:prstGeom prst="rect">
            <a:avLst/>
          </a:prstGeom>
          <a:solidFill>
            <a:srgbClr val="1D8BC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>
              <a:defRPr/>
            </a:pPr>
            <a:endParaRPr lang="it-IT" sz="1800">
              <a:latin typeface="Circe"/>
            </a:endParaRPr>
          </a:p>
        </p:txBody>
      </p:sp>
      <p:sp>
        <p:nvSpPr>
          <p:cNvPr id="855645277" name="Rectangle 106"/>
          <p:cNvSpPr>
            <a:spLocks noChangeArrowheads="1"/>
          </p:cNvSpPr>
          <p:nvPr userDrawn="1"/>
        </p:nvSpPr>
        <p:spPr bwMode="auto">
          <a:xfrm>
            <a:off x="-1103353" y="2760151"/>
            <a:ext cx="932793" cy="252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rebuchet MS"/>
                <a:ea typeface="MS PGothic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t-IT" sz="900">
                <a:latin typeface="+mj-lt"/>
                <a:ea typeface="MS PGothic"/>
                <a:cs typeface="Tahoma"/>
              </a:rPr>
              <a:t>AZZURRO</a:t>
            </a:r>
            <a:br>
              <a:rPr lang="it-IT" sz="900">
                <a:latin typeface="+mj-lt"/>
                <a:ea typeface="MS PGothic"/>
                <a:cs typeface="Tahoma"/>
              </a:rPr>
            </a:br>
            <a:r>
              <a:rPr lang="it-IT" sz="900">
                <a:latin typeface="+mj-lt"/>
                <a:ea typeface="MS PGothic"/>
                <a:cs typeface="Tahoma"/>
              </a:rPr>
              <a:t>RGB 29,139,194</a:t>
            </a:r>
            <a:endParaRPr lang="it-IT" sz="900">
              <a:latin typeface="+mj-lt"/>
              <a:ea typeface="MS PGothic"/>
              <a:cs typeface="Tahoma"/>
            </a:endParaRPr>
          </a:p>
        </p:txBody>
      </p:sp>
      <p:pic>
        <p:nvPicPr>
          <p:cNvPr id="2006270557" name="Immagine 18" descr="Immagine che contiene testo&#10;&#10;Descrizione generata automaticamente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-2473016" y="69845"/>
            <a:ext cx="2308454" cy="5498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1" ftr="1" hdr="0" sldNum="1"/>
  <p:txStyles>
    <p:titleStyle>
      <a:lvl1pPr algn="l" defTabSz="457200" rtl="0">
        <a:spcBef>
          <a:spcPts val="0"/>
        </a:spcBef>
        <a:buNone/>
        <a:defRPr sz="3600">
          <a:solidFill>
            <a:srgbClr val="007D34"/>
          </a:solidFill>
          <a:latin typeface="Arial"/>
          <a:ea typeface="+mj-ea"/>
          <a:cs typeface="Arial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457200" rtl="0">
        <a:spcBef>
          <a:spcPts val="1000"/>
        </a:spcBef>
        <a:spcAft>
          <a:spcPts val="0"/>
        </a:spcAft>
        <a:buClr>
          <a:srgbClr val="34893B"/>
        </a:buClr>
        <a:buSzPct val="80000"/>
        <a:buFont typeface="Wingdings 3"/>
        <a:buChar char=""/>
        <a:defRPr sz="20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>
        <a:spcBef>
          <a:spcPts val="1000"/>
        </a:spcBef>
        <a:spcAft>
          <a:spcPts val="0"/>
        </a:spcAft>
        <a:buClr>
          <a:srgbClr val="34893B"/>
        </a:buClr>
        <a:buSzPct val="80000"/>
        <a:buFont typeface="Wingdings 3"/>
        <a:buChar char=""/>
        <a:defRPr sz="18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>
        <a:spcBef>
          <a:spcPts val="1000"/>
        </a:spcBef>
        <a:spcAft>
          <a:spcPts val="0"/>
        </a:spcAft>
        <a:buClr>
          <a:srgbClr val="34893B"/>
        </a:buClr>
        <a:buSzPct val="80000"/>
        <a:buFont typeface="Wingdings 3"/>
        <a:buChar char=""/>
        <a:defRPr sz="16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>
        <a:spcBef>
          <a:spcPts val="1000"/>
        </a:spcBef>
        <a:spcAft>
          <a:spcPts val="0"/>
        </a:spcAft>
        <a:buClr>
          <a:srgbClr val="34893B"/>
        </a:buClr>
        <a:buSzPct val="80000"/>
        <a:buFont typeface="Wingdings 3"/>
        <a:buChar char=""/>
        <a:defRPr sz="14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>
        <a:spcBef>
          <a:spcPts val="1000"/>
        </a:spcBef>
        <a:spcAft>
          <a:spcPts val="0"/>
        </a:spcAft>
        <a:buClr>
          <a:srgbClr val="34893B"/>
        </a:buClr>
        <a:buSzPct val="80000"/>
        <a:buFont typeface="Wingdings 3"/>
        <a:buChar char=""/>
        <a:defRPr sz="14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367656" name="Titolo 1"/>
          <p:cNvSpPr>
            <a:spLocks noGrp="1"/>
          </p:cNvSpPr>
          <p:nvPr>
            <p:ph type="ctrTitle"/>
          </p:nvPr>
        </p:nvSpPr>
        <p:spPr bwMode="auto">
          <a:xfrm>
            <a:off x="142875" y="3401862"/>
            <a:ext cx="11210697" cy="1646302"/>
          </a:xfrm>
        </p:spPr>
        <p:txBody>
          <a:bodyPr/>
          <a:lstStyle/>
          <a:p>
            <a:pPr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Wallet Bitcoin in GoLang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492613359" name="Segnaposto testo 4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Sviluppo di un Hierarchical Deterministic Wallet in GoLang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1789616443" name="Segnaposto testo 7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Esame di Principles of Cryptocurrency Design — aa 2025/2026 — Zbirciog Ionut Georgian — 0381279</a:t>
            </a:r>
            <a:endParaRPr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494244" name="Titolo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Cos’è un Wallet?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1802655477" name="Segnaposto contenuto 10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Software (anche dispositivi hardware) che gestiscono le chiavi crittografiche, autorizzano transazioni e gestiscono i fondi.</a:t>
            </a:r>
            <a:endParaRPr lang="it-IT"/>
          </a:p>
          <a:p>
            <a:pPr lvl="1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Generazione sicura delle chiavi (private e pubbliche)</a:t>
            </a:r>
            <a:endParaRPr>
              <a:latin typeface="Adwaita Sans"/>
              <a:cs typeface="Adwaita Sans"/>
            </a:endParaRPr>
          </a:p>
          <a:p>
            <a:pPr lvl="1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Derivazi</a:t>
            </a:r>
            <a:r>
              <a:rPr lang="it-IT">
                <a:latin typeface="Adwaita Sans"/>
                <a:ea typeface="Adwaita Sans"/>
                <a:cs typeface="Adwaita Sans"/>
              </a:rPr>
              <a:t>one indirizzi</a:t>
            </a:r>
            <a:endParaRPr>
              <a:latin typeface="Adwaita Sans"/>
              <a:cs typeface="Adwaita Sans"/>
            </a:endParaRPr>
          </a:p>
          <a:p>
            <a:pPr lvl="1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Firma delle transazioni</a:t>
            </a:r>
            <a:endParaRPr>
              <a:latin typeface="Adwaita Sans"/>
              <a:cs typeface="Adwaita Sans"/>
            </a:endParaRPr>
          </a:p>
          <a:p>
            <a:pPr lvl="1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Broadcast delle transazioni ad un nodo Bitcoin</a:t>
            </a:r>
            <a:endParaRPr lang="en-GB"/>
          </a:p>
        </p:txBody>
      </p:sp>
      <p:sp>
        <p:nvSpPr>
          <p:cNvPr id="449634656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48471997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55585877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E85A994-D622-47C4-BBB7-EA543E9BA793}" type="slidenum">
              <a:rPr lang="en-GB"/>
              <a:t>3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25876" name="Titolo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Generazione Chiavi e Derivazione Indirizzi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145259758" name="Segnaposto data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90179557" name="Segnaposto testo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29273210" name="Segnaposto piè di pagina 4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1247299" name="Segnaposto numero diapositiva 5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2E85A994-D622-47C4-BBB7-EA543E9BA793}" type="slidenum">
              <a:rPr lang="en-GB"/>
              <a:t>4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100341" name="Titolo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482137" indent="-482137">
              <a:buAutoNum type="arabicPeriod"/>
              <a:defRPr/>
            </a:pPr>
            <a:r>
              <a:rPr lang="it-IT"/>
              <a:t>Generazione Chiavi</a:t>
            </a:r>
            <a:r>
              <a:rPr lang="it-IT"/>
              <a:t> — BIP39</a:t>
            </a:r>
            <a:endParaRPr lang="en-GB"/>
          </a:p>
        </p:txBody>
      </p:sp>
      <p:sp>
        <p:nvSpPr>
          <p:cNvPr id="1189041739" name="Segnaposto contenuto 10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Permette di generare un seed random e di mapparlo in un insieme di parole (12-24) facili da memorizzare.</a:t>
            </a:r>
            <a:endParaRPr>
              <a:latin typeface="Adwaita Sans"/>
              <a:cs typeface="Adwaita Sans"/>
            </a:endParaRPr>
          </a:p>
          <a:p>
            <a:pPr lvl="1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Si generano 128/256 bit di entropia e si calcola il checksum CS di ENT / 32 bit.</a:t>
            </a:r>
            <a:endParaRPr>
              <a:latin typeface="Adwaita Sans"/>
              <a:cs typeface="Adwaita Sans"/>
            </a:endParaRPr>
          </a:p>
          <a:p>
            <a:pPr lvl="2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Con |ENT| = 128 —&gt; |CS| = 4.</a:t>
            </a:r>
            <a:endParaRPr>
              <a:latin typeface="Adwaita Sans"/>
              <a:cs typeface="Adwaita Sans"/>
            </a:endParaRPr>
          </a:p>
          <a:p>
            <a:pPr lvl="2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|ENT + CS| = 128 + 4 = 132 bit, che si possono mappare in 12 parole.</a:t>
            </a:r>
            <a:endParaRPr>
              <a:latin typeface="Adwaita Sans"/>
              <a:cs typeface="Adwaita Sans"/>
            </a:endParaRPr>
          </a:p>
          <a:p>
            <a:pPr lvl="1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I bit concatenati si dividono in gruppi da 11 bit, ciascuno codificando un numero da 0-2047, ossia una parola, formando cosi la </a:t>
            </a:r>
            <a:r>
              <a:rPr lang="it-IT" b="1" i="0">
                <a:latin typeface="Adwaita Sans"/>
                <a:ea typeface="Adwaita Sans"/>
                <a:cs typeface="Adwaita Sans"/>
              </a:rPr>
              <a:t>mnemonic sentence</a:t>
            </a:r>
            <a:r>
              <a:rPr lang="it-IT" b="0">
                <a:latin typeface="Adwaita Sans"/>
                <a:ea typeface="Adwaita Sans"/>
                <a:cs typeface="Adwaita Sans"/>
              </a:rPr>
              <a:t>.</a:t>
            </a:r>
            <a:endParaRPr b="0">
              <a:latin typeface="Adwaita Sans"/>
              <a:cs typeface="Adwaita Sans"/>
            </a:endParaRPr>
          </a:p>
          <a:p>
            <a:pPr lvl="1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Wordlist di 2048 parole (inglese, italiano, cinese etc...), con le caratteristiche seguenti:</a:t>
            </a:r>
            <a:endParaRPr>
              <a:latin typeface="Adwaita Sans"/>
              <a:cs typeface="Adwaita Sans"/>
            </a:endParaRPr>
          </a:p>
          <a:p>
            <a:pPr lvl="2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Basta digitare le prime 4 lettere per identificare la parola in modo non ambiguo;</a:t>
            </a:r>
            <a:endParaRPr>
              <a:latin typeface="Adwaita Sans"/>
              <a:cs typeface="Adwaita Sans"/>
            </a:endParaRPr>
          </a:p>
          <a:p>
            <a:pPr lvl="2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Parole simili vietate: </a:t>
            </a:r>
            <a:r>
              <a:rPr lang="it-IT" i="1">
                <a:latin typeface="Adwaita Sans"/>
                <a:ea typeface="Adwaita Sans"/>
                <a:cs typeface="Adwaita Sans"/>
              </a:rPr>
              <a:t>build</a:t>
            </a:r>
            <a:r>
              <a:rPr lang="it-IT" i="0">
                <a:latin typeface="Adwaita Sans"/>
                <a:ea typeface="Adwaita Sans"/>
                <a:cs typeface="Adwaita Sans"/>
              </a:rPr>
              <a:t> e </a:t>
            </a:r>
            <a:r>
              <a:rPr lang="it-IT" i="1">
                <a:latin typeface="Adwaita Sans"/>
                <a:ea typeface="Adwaita Sans"/>
                <a:cs typeface="Adwaita Sans"/>
              </a:rPr>
              <a:t>built</a:t>
            </a:r>
            <a:r>
              <a:rPr lang="it-IT" i="0">
                <a:latin typeface="Adwaita Sans"/>
                <a:ea typeface="Adwaita Sans"/>
                <a:cs typeface="Adwaita Sans"/>
              </a:rPr>
              <a:t>, </a:t>
            </a:r>
            <a:r>
              <a:rPr lang="it-IT" i="1">
                <a:latin typeface="Adwaita Sans"/>
                <a:ea typeface="Adwaita Sans"/>
                <a:cs typeface="Adwaita Sans"/>
              </a:rPr>
              <a:t>pena</a:t>
            </a:r>
            <a:r>
              <a:rPr lang="it-IT" i="0">
                <a:latin typeface="Adwaita Sans"/>
                <a:ea typeface="Adwaita Sans"/>
                <a:cs typeface="Adwaita Sans"/>
              </a:rPr>
              <a:t> e </a:t>
            </a:r>
            <a:r>
              <a:rPr lang="it-IT" i="1">
                <a:latin typeface="Adwaita Sans"/>
                <a:ea typeface="Adwaita Sans"/>
                <a:cs typeface="Adwaita Sans"/>
              </a:rPr>
              <a:t>penna</a:t>
            </a:r>
            <a:r>
              <a:rPr lang="it-IT" i="0">
                <a:latin typeface="Adwaita Sans"/>
                <a:ea typeface="Adwaita Sans"/>
                <a:cs typeface="Adwaita Sans"/>
              </a:rPr>
              <a:t>, etc...</a:t>
            </a:r>
            <a:endParaRPr i="0">
              <a:latin typeface="Adwaita Sans"/>
              <a:cs typeface="Adwaita Sans"/>
            </a:endParaRPr>
          </a:p>
          <a:p>
            <a:pPr lvl="2">
              <a:defRPr/>
            </a:pPr>
            <a:r>
              <a:rPr lang="it-IT" i="0">
                <a:latin typeface="Adwaita Sans"/>
                <a:ea typeface="Adwaita Sans"/>
                <a:cs typeface="Adwaita Sans"/>
              </a:rPr>
              <a:t>Wordlist ordinate</a:t>
            </a:r>
            <a:r>
              <a:rPr lang="it-IT" i="0">
                <a:latin typeface="Adwaita Sans"/>
                <a:ea typeface="Adwaita Sans"/>
                <a:cs typeface="Adwaita Sans"/>
              </a:rPr>
              <a:t>.</a:t>
            </a:r>
            <a:endParaRPr i="0"/>
          </a:p>
        </p:txBody>
      </p:sp>
      <p:sp>
        <p:nvSpPr>
          <p:cNvPr id="1214328573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45834734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55350623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E85A994-D622-47C4-BBB7-EA543E9BA793}" type="slidenum">
              <a:rPr lang="en-GB"/>
              <a:t>5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428423" name="Title 1"/>
          <p:cNvSpPr>
            <a:spLocks noGrp="1"/>
          </p:cNvSpPr>
          <p:nvPr>
            <p:ph type="title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482137" indent="-482137">
              <a:buAutoNum type="arabicPeriod"/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Generazioni Chiavi — BIP39</a:t>
            </a:r>
            <a:endParaRPr>
              <a:latin typeface="Adwaita Sans"/>
              <a:cs typeface="Adwaita Sans"/>
            </a:endParaRPr>
          </a:p>
        </p:txBody>
      </p:sp>
      <p:graphicFrame>
        <p:nvGraphicFramePr>
          <p:cNvPr id="2007962861" name=""/>
          <p:cNvGraphicFramePr>
            <a:graphicFrameLocks xmlns:a="http://schemas.openxmlformats.org/drawingml/2006/main"/>
          </p:cNvGraphicFramePr>
          <p:nvPr>
            <p:ph idx="1" hasCustomPrompt="1"/>
          </p:nvPr>
        </p:nvGraphicFramePr>
        <p:xfrm>
          <a:off x="322857" y="3609320"/>
          <a:ext cx="11421596" cy="21945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855399"/>
                <a:gridCol w="2855399"/>
                <a:gridCol w="2855399"/>
                <a:gridCol w="2855399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ENT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CS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ENT+CS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MS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128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132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12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160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165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15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192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198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18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224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231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21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256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264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24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62119056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5571810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45437660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DDD109B-CE70-564D-D957-C5E2E238BE2B}" type="slidenum">
              <a:rPr lang="en-GB"/>
              <a:t>4</a:t>
            </a:fld>
            <a:endParaRPr lang="en-GB"/>
          </a:p>
        </p:txBody>
      </p:sp>
      <p:sp>
        <p:nvSpPr>
          <p:cNvPr id="1822678872" name="Segnaposto contenuto 10"/>
          <p:cNvSpPr>
            <a:spLocks noGrp="1"/>
          </p:cNvSpPr>
          <p:nvPr/>
        </p:nvSpPr>
        <p:spPr bwMode="auto">
          <a:xfrm flipH="0" flipV="0">
            <a:off x="322857" y="1832578"/>
            <a:ext cx="11362735" cy="1596421"/>
          </a:xfr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>
              <a:spcBef>
                <a:spcPts val="999"/>
              </a:spcBef>
              <a:spcAft>
                <a:spcPts val="0"/>
              </a:spcAft>
              <a:buClr>
                <a:srgbClr val="34893B"/>
              </a:buClr>
              <a:buSzPct val="80000"/>
              <a:buFont typeface="Wingdings 3"/>
              <a:buChar char=""/>
              <a:defRPr sz="20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>
              <a:spcBef>
                <a:spcPts val="999"/>
              </a:spcBef>
              <a:spcAft>
                <a:spcPts val="0"/>
              </a:spcAft>
              <a:buClr>
                <a:srgbClr val="34893B"/>
              </a:buClr>
              <a:buSzPct val="80000"/>
              <a:buFont typeface="Wingdings 3"/>
              <a:buChar char="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>
              <a:spcBef>
                <a:spcPts val="999"/>
              </a:spcBef>
              <a:spcAft>
                <a:spcPts val="0"/>
              </a:spcAft>
              <a:buClr>
                <a:srgbClr val="34893B"/>
              </a:buClr>
              <a:buSzPct val="80000"/>
              <a:buFont typeface="Wingdings 3"/>
              <a:buChar char=""/>
              <a:defRPr sz="16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>
              <a:spcBef>
                <a:spcPts val="999"/>
              </a:spcBef>
              <a:spcAft>
                <a:spcPts val="0"/>
              </a:spcAft>
              <a:buClr>
                <a:srgbClr val="34893B"/>
              </a:buClr>
              <a:buSzPct val="80000"/>
              <a:buFont typeface="Wingdings 3"/>
              <a:buChar char=""/>
              <a:defRPr sz="1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>
              <a:spcBef>
                <a:spcPts val="999"/>
              </a:spcBef>
              <a:spcAft>
                <a:spcPts val="0"/>
              </a:spcAft>
              <a:buClr>
                <a:srgbClr val="34893B"/>
              </a:buClr>
              <a:buSzPct val="80000"/>
              <a:buFont typeface="Wingdings 3"/>
              <a:buChar char=""/>
              <a:defRPr sz="1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599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/>
              <a:t>Infine, il seed è generato nel seguente modo</a:t>
            </a:r>
            <a:endParaRPr lang="it-IT"/>
          </a:p>
          <a:p>
            <a:pPr marL="0" indent="0" algn="l">
              <a:buClr>
                <a:srgbClr val="34893B"/>
              </a:buClr>
              <a:buSzPct val="80000"/>
              <a:buFont typeface="Wingdings 3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seed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PBKDF2(HMAC-SHA512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password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mnemonic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salt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"mnemonic"+passphrase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iter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=2048, dkLen=64</m:t>
                      </m:r>
                      <m:r>
                        <m:rPr>
                          <m:sty m:val="b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byte)</m:t>
                      </m:r>
                    </m:oMath>
                  </m:oMathPara>
                </a14:m>
              </mc:Choice>
              <mc:Fallback/>
            </mc:AlternateContent>
            <a:endParaRPr sz="2000" b="1">
              <a:solidFill>
                <a:schemeClr val="tx1"/>
              </a:solidFill>
              <a:latin typeface="Adwaita Sans"/>
              <a:ea typeface="Adwaita Sans"/>
              <a:cs typeface="Adwaita Sans"/>
            </a:endParaRPr>
          </a:p>
          <a:p>
            <a:pPr lvl="1"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La passphrase è una `password` che l’utente può decidere per proteggere il mnemonic, se non impostata verrà usata la stringa vuota “”.</a:t>
            </a:r>
            <a:endParaRPr sz="2000"/>
          </a:p>
          <a:p>
            <a:pPr marL="0" indent="0">
              <a:buClr>
                <a:srgbClr val="34893B"/>
              </a:buClr>
              <a:buSzPct val="80000"/>
              <a:buFont typeface="Wingdings 3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431235" name="Title 1"/>
          <p:cNvSpPr>
            <a:spLocks noGrp="1"/>
          </p:cNvSpPr>
          <p:nvPr>
            <p:ph type="title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it-IT"/>
              <a:t>2. Derivazione Indirizzi — BIP32</a:t>
            </a:r>
            <a:r>
              <a:rPr lang="it-IT"/>
              <a:t> + </a:t>
            </a:r>
            <a:r>
              <a:rPr lang="it-IT"/>
              <a:t>BIP44</a:t>
            </a:r>
            <a:endParaRPr/>
          </a:p>
        </p:txBody>
      </p:sp>
      <p:sp>
        <p:nvSpPr>
          <p:cNvPr id="1641137837" name="Content Placehold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/>
          <a:p>
            <a:pPr>
              <a:defRPr/>
            </a:pPr>
            <a:endParaRPr lang="it-IT">
              <a:latin typeface="Adwaita Sans"/>
              <a:cs typeface="Adwaita Sans"/>
            </a:endParaRPr>
          </a:p>
          <a:p>
            <a:pPr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MasterKey = HMAC-SHA512(key = “Bitcoin seed”, seed)</a:t>
            </a:r>
            <a:endParaRPr lang="it-IT">
              <a:latin typeface="Adwaita Sans"/>
              <a:ea typeface="Adwaita Sans"/>
              <a:cs typeface="Adwaita Sans"/>
            </a:endParaRPr>
          </a:p>
          <a:p>
            <a:pPr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|MasterKey| = 64 byte</a:t>
            </a:r>
            <a:endParaRPr lang="it-IT">
              <a:latin typeface="Adwaita Sans"/>
              <a:cs typeface="Adwaita Sans"/>
            </a:endParaRPr>
          </a:p>
          <a:p>
            <a:pPr lvl="1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Master private key sono i primi 32 byte (k_master)</a:t>
            </a:r>
            <a:endParaRPr lang="it-IT">
              <a:latin typeface="Adwaita Sans"/>
              <a:cs typeface="Adwaita Sans"/>
            </a:endParaRPr>
          </a:p>
          <a:p>
            <a:pPr lvl="1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Master chain code sono gli ultimi 32 byte</a:t>
            </a:r>
            <a:r>
              <a:rPr lang="it-IT">
                <a:latin typeface="Adwaita Sans"/>
                <a:ea typeface="Adwaita Sans"/>
                <a:cs typeface="Adwaita Sans"/>
              </a:rPr>
              <a:t> (c_master)</a:t>
            </a:r>
            <a:endParaRPr lang="it-IT">
              <a:latin typeface="Adwaita Sans"/>
              <a:cs typeface="Adwaita Sans"/>
            </a:endParaRPr>
          </a:p>
          <a:p>
            <a:pPr lvl="1">
              <a:defRPr/>
            </a:pPr>
            <a:r>
              <a:rPr lang="it-IT">
                <a:latin typeface="Adwaita Sans"/>
                <a:ea typeface="Adwaita Sans"/>
                <a:cs typeface="Adwaita Sans"/>
              </a:rPr>
              <a:t>(k_master, c_master) = extended private key (xpriv)</a:t>
            </a:r>
            <a:endParaRPr lang="it-IT">
              <a:latin typeface="Adwaita Sans"/>
              <a:cs typeface="Adwaita Sans"/>
            </a:endParaRPr>
          </a:p>
          <a:p>
            <a:pPr lvl="0">
              <a:defRPr/>
            </a:pPr>
            <a:endParaRPr lang="it-IT" sz="2000">
              <a:solidFill>
                <a:schemeClr val="tx1"/>
              </a:solidFill>
              <a:latin typeface="Adwaita Sans"/>
              <a:cs typeface="Adwaita Sans"/>
            </a:endParaRPr>
          </a:p>
        </p:txBody>
      </p:sp>
      <p:sp>
        <p:nvSpPr>
          <p:cNvPr id="1101919259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91183448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99268446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497DD47-9CDF-0A8D-7CD5-9F9997ACAFD0}" type="slidenum">
              <a:rPr lang="en-GB"/>
              <a:t>5</a:t>
            </a:fld>
            <a:endParaRPr lang="en-GB"/>
          </a:p>
        </p:txBody>
      </p:sp>
      <p:grpSp>
        <p:nvGrpSpPr>
          <p:cNvPr id="159830177" name=""/>
          <p:cNvGrpSpPr/>
          <p:nvPr/>
        </p:nvGrpSpPr>
        <p:grpSpPr bwMode="auto">
          <a:xfrm>
            <a:off x="1784388" y="4053078"/>
            <a:ext cx="8061010" cy="1189311"/>
            <a:chOff x="0" y="0"/>
            <a:chExt cx="8061010" cy="1189311"/>
          </a:xfrm>
        </p:grpSpPr>
        <p:sp>
          <p:nvSpPr>
            <p:cNvPr id="85964230" name="Shape 10"/>
            <p:cNvSpPr/>
            <p:nvPr/>
          </p:nvSpPr>
          <p:spPr bwMode="auto">
            <a:xfrm rot="0" flipH="0" flipV="0">
              <a:off x="0" y="0"/>
              <a:ext cx="1828800" cy="1188720"/>
            </a:xfrm>
            <a:prstGeom prst="roundRect">
              <a:avLst>
                <a:gd name="adj" fmla="val 3077"/>
              </a:avLst>
            </a:prstGeom>
            <a:solidFill>
              <a:srgbClr val="79C25A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 vertOverflow="overflow" horzOverflow="overflow" vert="horz" wrap="square" lIns="91440" tIns="45720" rIns="91440" bIns="45720" numCol="1" spcCol="0" rtlCol="0" fromWordArt="0" anchor="ctr" anchorCtr="0" forceAA="0" upright="0" compatLnSpc="0">
              <a:noAutofit/>
            </a:bodyPr>
            <a:lstStyle/>
            <a:p>
              <a:pPr algn="ctr">
                <a:defRPr/>
              </a:pPr>
              <a:r>
                <a:rPr lang="it-IT">
                  <a:latin typeface="Adwaita Sans"/>
                  <a:ea typeface="Adwaita Sans"/>
                  <a:cs typeface="Adwaita Sans"/>
                </a:rPr>
                <a:t>128 bits ENT</a:t>
              </a:r>
              <a:endParaRPr>
                <a:latin typeface="Adwaita Sans"/>
                <a:cs typeface="Adwaita Sans"/>
              </a:endParaRPr>
            </a:p>
          </p:txBody>
        </p:sp>
        <p:sp>
          <p:nvSpPr>
            <p:cNvPr id="1989756631" name="Shape 14"/>
            <p:cNvSpPr/>
            <p:nvPr/>
          </p:nvSpPr>
          <p:spPr bwMode="auto">
            <a:xfrm>
              <a:off x="3124116" y="591"/>
              <a:ext cx="1828800" cy="1188720"/>
            </a:xfrm>
            <a:prstGeom prst="roundRect">
              <a:avLst>
                <a:gd name="adj" fmla="val 3077"/>
              </a:avLst>
            </a:prstGeom>
            <a:solidFill>
              <a:schemeClr val="bg1"/>
            </a:solidFill>
            <a:ln w="12700">
              <a:solidFill>
                <a:srgbClr val="007D34"/>
              </a:solidFill>
              <a:prstDash val="solid"/>
            </a:ln>
          </p:spPr>
          <p:txBody>
            <a:bodyPr vertOverflow="overflow" horzOverflow="overflow" vert="horz" wrap="square" lIns="91440" tIns="45720" rIns="91440" bIns="45720" numCol="1" spcCol="0" rtlCol="0" fromWordArt="0" anchor="ctr" anchorCtr="0" forceAA="0" upright="0" compatLnSpc="0"/>
            <a:lstStyle/>
            <a:p>
              <a:pPr algn="ctr">
                <a:defRPr/>
              </a:pPr>
              <a:r>
                <a:rPr lang="it-IT"/>
                <a:t>Mnemonic + Seed</a:t>
              </a:r>
              <a:endParaRPr lang="it-IT"/>
            </a:p>
          </p:txBody>
        </p:sp>
        <p:sp>
          <p:nvSpPr>
            <p:cNvPr id="1451213219" name="Shape 13"/>
            <p:cNvSpPr/>
            <p:nvPr/>
          </p:nvSpPr>
          <p:spPr bwMode="auto">
            <a:xfrm>
              <a:off x="2173062" y="274911"/>
              <a:ext cx="594360" cy="640080"/>
            </a:xfrm>
            <a:prstGeom prst="chevron">
              <a:avLst>
                <a:gd name="adj" fmla="val 50000"/>
              </a:avLst>
            </a:prstGeom>
            <a:solidFill>
              <a:srgbClr val="007D34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012785662" name="Shape 13"/>
            <p:cNvSpPr/>
            <p:nvPr/>
          </p:nvSpPr>
          <p:spPr bwMode="auto">
            <a:xfrm>
              <a:off x="5281157" y="274911"/>
              <a:ext cx="594360" cy="640080"/>
            </a:xfrm>
            <a:prstGeom prst="chevron">
              <a:avLst>
                <a:gd name="adj" fmla="val 50000"/>
              </a:avLst>
            </a:prstGeom>
            <a:solidFill>
              <a:srgbClr val="007D34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36719568" name="Shape 10"/>
            <p:cNvSpPr/>
            <p:nvPr/>
          </p:nvSpPr>
          <p:spPr bwMode="auto">
            <a:xfrm>
              <a:off x="6232210" y="591"/>
              <a:ext cx="1828800" cy="1188720"/>
            </a:xfrm>
            <a:prstGeom prst="roundRect">
              <a:avLst>
                <a:gd name="adj" fmla="val 3077"/>
              </a:avLst>
            </a:prstGeom>
            <a:solidFill>
              <a:srgbClr val="79C25A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 vertOverflow="overflow" horzOverflow="overflow" vert="horz" wrap="square" lIns="91440" tIns="45720" rIns="91440" bIns="45720" numCol="1" spcCol="0" rtlCol="0" fromWordArt="0" anchor="ctr" anchorCtr="0" forceAA="0" upright="0" compatLnSpc="0"/>
            <a:lstStyle/>
            <a:p>
              <a:pPr algn="ctr">
                <a:defRPr/>
              </a:pPr>
              <a:r>
                <a:rPr lang="it-IT"/>
                <a:t>Master Key</a:t>
              </a:r>
              <a:endParaRPr lang="it-IT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724963" name="Title 1"/>
          <p:cNvSpPr>
            <a:spLocks noGrp="1"/>
          </p:cNvSpPr>
          <p:nvPr>
            <p:ph type="title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it-IT"/>
              <a:t>2. Derivazione Indirizzi — BIP32 + BIP44</a:t>
            </a:r>
            <a:endParaRPr/>
          </a:p>
        </p:txBody>
      </p:sp>
      <p:sp>
        <p:nvSpPr>
          <p:cNvPr id="1846636080" name="Content Placehold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A partire dalla master key si crea un albero di derivazione di chiavi, chiamate ExtendedKeys.</a:t>
            </a:r>
            <a:endParaRPr lang="it-IT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>
              <a:defRPr/>
            </a:pPr>
            <a:endParaRPr lang="it-IT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>
              <a:defRPr/>
            </a:pPr>
            <a:endParaRPr lang="it-IT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>
              <a:defRPr/>
            </a:pPr>
            <a:endParaRPr lang="it-IT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>
              <a:defRPr/>
            </a:pPr>
            <a:endParaRPr lang="it-IT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>
              <a:defRPr/>
            </a:pPr>
            <a:r>
              <a:rPr sz="2000" b="0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BIP44 standardizza la struttura gerarchica ad albero </a:t>
            </a:r>
            <a:r>
              <a:rPr sz="2000" b="0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introdotta </a:t>
            </a:r>
            <a:r>
              <a:rPr sz="2000" b="0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da BIP32, definendo un percorso di derivazione (</a:t>
            </a:r>
            <a:r>
              <a:rPr sz="2000" b="0" i="1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derivation path</a:t>
            </a:r>
            <a:r>
              <a:rPr sz="2000" b="0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) univoco a 5 livelli:</a:t>
            </a:r>
            <a:endParaRPr lang="it-IT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m / purpose' / coin_type' / account' / change / address_index</a:t>
            </a:r>
            <a:endParaRPr lang="it-IT" sz="1800" b="0" i="0" u="none" strike="noStrike" cap="none" spc="0">
              <a:solidFill>
                <a:schemeClr val="tx1"/>
              </a:solidFill>
              <a:latin typeface="Adwaita Sans"/>
              <a:ea typeface="Adwaita Sans"/>
              <a:cs typeface="Adwaita Sans"/>
            </a:endParaRPr>
          </a:p>
          <a:p>
            <a:pPr lvl="0">
              <a:defRPr/>
            </a:pPr>
            <a:r>
              <a:rPr sz="2000" b="0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Ogni singolo </a:t>
            </a:r>
            <a:r>
              <a:rPr sz="20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cammino</a:t>
            </a:r>
            <a:r>
              <a:rPr sz="2000" b="0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 dalla radice (</a:t>
            </a:r>
            <a:r>
              <a:rPr sz="2000" b="0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$m$</a:t>
            </a:r>
            <a:r>
              <a:rPr sz="2000" b="0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) a una specifica foglia dell'albero identifica una coppia di chiavi (privata e pubblica estesa), da cui viene calcolato un indirizzo univoco sulla blockchain.</a:t>
            </a:r>
            <a:endParaRPr lang="it-IT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buClr>
                <a:srgbClr val="34893B"/>
              </a:buClr>
              <a:buSzPct val="80000"/>
              <a:buFont typeface="Wingdings 3"/>
              <a:buNone/>
              <a:defRPr/>
            </a:pPr>
            <a:endParaRPr sz="2000" b="0" i="0" u="none">
              <a:solidFill>
                <a:schemeClr val="tx1"/>
              </a:solidFill>
              <a:latin typeface="Adwaita Sans"/>
              <a:ea typeface="Adwaita Sans"/>
              <a:cs typeface="Adwaita Sans"/>
            </a:endParaRPr>
          </a:p>
        </p:txBody>
      </p:sp>
      <p:sp>
        <p:nvSpPr>
          <p:cNvPr id="745112635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97373210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60393621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C88D9EE-11F9-782C-6F6A-346EF427864F}" type="slidenum">
              <a:rPr lang="en-GB"/>
              <a:t>6</a:t>
            </a:fld>
            <a:endParaRPr lang="en-GB"/>
          </a:p>
        </p:txBody>
      </p:sp>
      <p:sp>
        <p:nvSpPr>
          <p:cNvPr id="1908922295" name=""/>
          <p:cNvSpPr txBox="1"/>
          <p:nvPr/>
        </p:nvSpPr>
        <p:spPr bwMode="auto">
          <a:xfrm rot="0" flipH="0" flipV="0">
            <a:off x="4222308" y="2342396"/>
            <a:ext cx="3747382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type ExtendedKey struct {</a:t>
            </a:r>
            <a:endParaRPr sz="1200" b="0" i="0" u="none" strike="noStrike" cap="none" spc="0">
              <a:solidFill>
                <a:schemeClr val="tx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	Key         [</a:t>
            </a:r>
            <a:r>
              <a:rPr lang="it-IT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32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]byte</a:t>
            </a:r>
            <a:endParaRPr sz="1200" b="0" i="0" u="none" strike="noStrike" cap="none" spc="0">
              <a:solidFill>
                <a:schemeClr val="tx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	ChainCode   [</a:t>
            </a:r>
            <a:r>
              <a:rPr lang="it-IT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32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]byte</a:t>
            </a:r>
            <a:endParaRPr sz="1200" b="0" i="0" u="none" strike="noStrike" cap="none" spc="0">
              <a:solidFill>
                <a:schemeClr val="tx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	Depth       byte</a:t>
            </a:r>
            <a:endParaRPr sz="1200" b="0" i="0" u="none" strike="noStrike" cap="none" spc="0">
              <a:solidFill>
                <a:schemeClr val="tx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	ParentFP    [4]byte</a:t>
            </a:r>
            <a:endParaRPr sz="1200" b="0" i="0" u="none" strike="noStrike" cap="none" spc="0">
              <a:solidFill>
                <a:schemeClr val="tx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	ChildNumber uint32</a:t>
            </a:r>
            <a:endParaRPr sz="1200" b="0" i="0" u="none" strike="noStrike" cap="none" spc="0">
              <a:solidFill>
                <a:schemeClr val="tx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	IsPrivate   bool</a:t>
            </a:r>
            <a:endParaRPr sz="1200" b="0" i="0" u="none" strike="noStrike" cap="none" spc="0">
              <a:solidFill>
                <a:schemeClr val="tx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JetBrainsMono NF"/>
                <a:ea typeface="JetBrainsMono NF"/>
                <a:cs typeface="JetBrainsMono NF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410110" name="Title 1"/>
          <p:cNvSpPr>
            <a:spLocks noGrp="1"/>
          </p:cNvSpPr>
          <p:nvPr>
            <p:ph type="title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7967601" name="Content Placehold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000838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71935163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91791109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8EE488-51E7-6AFF-078A-8AD1EB06BF20}" type="slidenum">
              <a:rPr lang="en-GB"/>
              <a:t>7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190037" name="Segnaposto piè di pagina 1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faccettatura">
  <a:themeElements>
    <a:clrScheme name="Colori Tor Vergata">
      <a:dk1>
        <a:srgbClr val="000000"/>
      </a:dk1>
      <a:lt1>
        <a:srgbClr val="FFFFFF"/>
      </a:lt1>
      <a:dk2>
        <a:srgbClr val="000000"/>
      </a:dk2>
      <a:lt2>
        <a:srgbClr val="7F7F7F"/>
      </a:lt2>
      <a:accent1>
        <a:srgbClr val="007D34"/>
      </a:accent1>
      <a:accent2>
        <a:srgbClr val="F98922"/>
      </a:accent2>
      <a:accent3>
        <a:srgbClr val="FFFFFF"/>
      </a:accent3>
      <a:accent4>
        <a:srgbClr val="000000"/>
      </a:accent4>
      <a:accent5>
        <a:srgbClr val="1D8BC2"/>
      </a:accent5>
      <a:accent6>
        <a:srgbClr val="7F7F7F"/>
      </a:accent6>
      <a:hlink>
        <a:srgbClr val="007D34"/>
      </a:hlink>
      <a:folHlink>
        <a:srgbClr val="7F7F7F"/>
      </a:folHlink>
    </a:clrScheme>
    <a:fontScheme name="Caratteri TorVergata">
      <a:majorFont>
        <a:latin typeface="Circe"/>
        <a:ea typeface="Arial"/>
        <a:cs typeface="Arial"/>
      </a:majorFont>
      <a:minorFont>
        <a:latin typeface="Circe"/>
        <a:ea typeface="Arial"/>
        <a:cs typeface="Arial"/>
      </a:minorFont>
    </a:fontScheme>
    <a:fmtScheme name="Facet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noFill/>
        <a:ln>
          <a:solidFill>
            <a:srgbClr val="898989"/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2c908a-a07d-4cac-8e16-b3afa39179c0">
      <Terms xmlns="http://schemas.microsoft.com/office/infopath/2007/PartnerControls"/>
    </lcf76f155ced4ddcb4097134ff3c332f>
    <TaxCatchAll xmlns="af27f4f9-a966-402c-b167-42797591d91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BD8E9BD231E8449C5B02FFFC904B17" ma:contentTypeVersion="17" ma:contentTypeDescription="Creare un nuovo documento." ma:contentTypeScope="" ma:versionID="26d9f487d3adf35548f1d603e8fb4818">
  <xsd:schema xmlns:xsd="http://www.w3.org/2001/XMLSchema" xmlns:xs="http://www.w3.org/2001/XMLSchema" xmlns:p="http://schemas.microsoft.com/office/2006/metadata/properties" xmlns:ns2="fc2c908a-a07d-4cac-8e16-b3afa39179c0" xmlns:ns3="af27f4f9-a966-402c-b167-42797591d91b" targetNamespace="http://schemas.microsoft.com/office/2006/metadata/properties" ma:root="true" ma:fieldsID="c61e30d12394cc81306abb7729ef1bd4" ns2:_="" ns3:_="">
    <xsd:import namespace="fc2c908a-a07d-4cac-8e16-b3afa39179c0"/>
    <xsd:import namespace="af27f4f9-a966-402c-b167-42797591d9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c908a-a07d-4cac-8e16-b3afa39179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Tag immagine" ma:readOnly="false" ma:fieldId="{5cf76f15-5ced-4ddc-b409-7134ff3c332f}" ma:taxonomyMulti="true" ma:sspId="1013fbc9-b00e-4d37-9f0b-4b76e146b3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27f4f9-a966-402c-b167-42797591d91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ce19352-7865-43d1-b986-da73fd9cf04a}" ma:internalName="TaxCatchAll" ma:showField="CatchAllData" ma:web="af27f4f9-a966-402c-b167-42797591d9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04B4B71D-2B27-406B-A849-6E7D458952C4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fc2c908a-a07d-4cac-8e16-b3afa39179c0"/>
    <ds:schemaRef ds:uri="http://schemas.microsoft.com/office/infopath/2007/PartnerControls"/>
    <ds:schemaRef ds:uri="http://purl.org/dc/dcmitype/"/>
    <ds:schemaRef ds:uri="http://purl.org/dc/terms/"/>
    <ds:schemaRef ds:uri="http://schemas.openxmlformats.org/package/2006/metadata/core-properties"/>
    <ds:schemaRef ds:uri="af27f4f9-a966-402c-b167-42797591d91b"/>
    <ds:schemaRef ds:uri="http://purl.org/dc/elements/1.1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6A6CE3C0-022D-400F-8C28-A459E63F8F66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2c908a-a07d-4cac-8e16-b3afa39179c0"/>
    <ds:schemaRef ds:uri="af27f4f9-a966-402c-b167-42797591d9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94DB6E06-4FEE-4D1B-BE36-EDB1131568BF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Manager>Max.Schiraldi@uniroma2.eu</Manager>
  <Company>Università degli Studi di Roma Tor Vergata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Università degli Studi di Roma Tor Vergata</dc:title>
  <dc:subject>FORMAT; TEMPLATE; SCHEMA</dc:subject>
  <dc:creator>Ionut Zbirciog</dc:creator>
  <cp:keywords>Università degli Studi di Roma Tor Vergata</cp:keywords>
  <dc:description>Università degli Studi di Roma Tor Vergata</dc:description>
  <cp:lastModifiedBy/>
  <cp:revision>361</cp:revision>
  <dcterms:created xsi:type="dcterms:W3CDTF">2014-06-03T13:46:59Z</dcterms:created>
  <dcterms:modified xsi:type="dcterms:W3CDTF">2026-08-18T10:57:51Z</dcterms:modified>
  <cp:category>FORMAT;TEMPLATE;SCHEMA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0x0101003CBD8E9BD231E8449C5B02FFFC904B17</vt:lpwstr>
  </property>
  <property fmtid="{D5CDD505-2E9C-101B-9397-08002B2CF9AE}" pid="3" name="MediaServiceImageTags">
    <vt:lpwstr/>
  </property>
</Properties>
</file>